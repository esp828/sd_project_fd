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4326B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389120"/>
            <a:ext cx="4572000" cy="4572000"/>
          </a:xfrm>
          <a:prstGeom prst="ellipse">
            <a:avLst/>
          </a:prstGeom>
          <a:solidFill>
            <a:srgbClr val="2432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7F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9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SB 담당 파트 — 지도 · 매장 상세 · AI 추천/감성분석 · 사업자 · 관리자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1280160" cy="0"/>
          </a:xfrm>
          <a:prstGeom prst="line">
            <a:avLst/>
          </a:prstGeom>
          <a:noFill/>
          <a:ln w="38100">
            <a:solidFill>
              <a:srgbClr val="E856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8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Fooduck (foodduck) 프로젝트  ·  맛집찾기 &amp; 보물지도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기반 맛집 검색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이동/검색어 입력 시 비동기 요청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9230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5262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13278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MapRestaurantController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13278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위치·키워드 기반 검색 API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13278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/api/public/map/restaurants/search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11573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7605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95621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RestaurantMapper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95621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ngram FULLTEXT 관련성 검색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95621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MyBatis · MySQL FULLTEXT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93915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49947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77963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 / restaurant_category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477963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좌표·카테고리·상호명 매칭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77963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376258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7" name="Shape 25"/>
          <p:cNvSpPr/>
          <p:nvPr/>
        </p:nvSpPr>
        <p:spPr>
          <a:xfrm>
            <a:off x="963229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6030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마커 렌더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76030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필터 반영 후 마커 표시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76030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Kakao Map SDK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정확도 개선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매장명 검색 시 띄어쓰기 무관 매칭, ngram FULLTEXT 관련성 정렬로 위치 정확도 향상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1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49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8" name="Text 36"/>
          <p:cNvSpPr/>
          <p:nvPr/>
        </p:nvSpPr>
        <p:spPr>
          <a:xfrm>
            <a:off x="449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9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필터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9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대분류(한식/양식/주점 등) 기준으로 지도·빠른검색 필터 통일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2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30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43" name="Text 41"/>
          <p:cNvSpPr/>
          <p:nvPr/>
        </p:nvSpPr>
        <p:spPr>
          <a:xfrm>
            <a:off x="830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0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검색엔진 충돌 수정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0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맛집찾기·보물지도 페이지 간 검색엔진 충돌 문제 해결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e085066 · 9385668 · 21e5b0b · d8fbdf4 · 857fd74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상세페이지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restaurant-detail.js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진입 시 4개 API 병렬 호출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9230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5262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13278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RestaurantDetailController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13278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/{restaurantId} · /menu · /reviews/page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13278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11573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7605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95621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/sentiment-summary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95621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서버 감성분석 요약 연동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95621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SentimentAnalysisClient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93915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49947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77963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/news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477963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소식(공지) 조회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77963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RestaurantNewsController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376258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7" name="Shape 25"/>
          <p:cNvSpPr/>
          <p:nvPr/>
        </p:nvSpPr>
        <p:spPr>
          <a:xfrm>
            <a:off x="963229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6030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 / menu / review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76030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· 리뷰 · 찜 · 소식 통합 응답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76030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구현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화면과 신규 상세페이지 연결, 메뉴·리뷰·찜·소식 조회 API 설계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1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49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8" name="Text 36"/>
          <p:cNvSpPr/>
          <p:nvPr/>
        </p:nvSpPr>
        <p:spPr>
          <a:xfrm>
            <a:off x="449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9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캐싱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9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이미지 캐싱 도입으로 상세페이지 로딩 속도 개선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2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30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43" name="Text 41"/>
          <p:cNvSpPr/>
          <p:nvPr/>
        </p:nvSpPr>
        <p:spPr>
          <a:xfrm>
            <a:off x="830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0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페이지네이션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0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리뷰가 많은 매장도 끊김 없이 조회 가능하도록 페이징 처리 추가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988052d · 31a43fa · 528194a · de8d9d2 · ede2b49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찜하기 (즐겨찾기)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버튼 클릭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 · 지도 상세 패널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 DELETE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99816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5848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83864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MapRestaurantFavoriteController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/api/map/restaurants/{id}/favorite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 / @DeleteMapping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52744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36792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FavoriteController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찜 목록 통합 제공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/api/mypage/favorites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805672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9061704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89720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favorite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↔ 매장 다대다 관계 저장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206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반영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7731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추가/삭제가 지도 마커·상세페이지·마이페이지에 실시간 반영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0" y="4206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연동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7731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찜한 매장을 마이페이지에서 목록으로 조회 가능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5291a64 · MapRestaurantFavoriteController.java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AI 감성분석 (Naive Bayes)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텍스트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작성한 리뷰 원문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review.content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9230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5262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13278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SentimentAnalysisClient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13278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→ FastAPI AI 서버 호출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13278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/predict/sentiment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11573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7605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FE9E0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95621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sentiment.py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95621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형태소 정규화 + 단어사전 매칭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95621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85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MultinomialNB (sklearn)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93915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49947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FE9E0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77963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train_sentiment.py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477963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리뷰 + 증강 데이터로 학습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77963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85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376258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7" name="Shape 25"/>
          <p:cNvSpPr/>
          <p:nvPr/>
        </p:nvSpPr>
        <p:spPr>
          <a:xfrm>
            <a:off x="963229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6030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감성 라벨 · 별점 보정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76030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상세페이지 요약 카드 표시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76030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sentiment-summary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단어사전 보강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긍/부정 표현 인식률을 높이기 위해 감성 단어 사전을 지속 보강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1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49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8" name="Text 36"/>
          <p:cNvSpPr/>
          <p:nvPr/>
        </p:nvSpPr>
        <p:spPr>
          <a:xfrm>
            <a:off x="449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9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 보정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9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텍스트의 감성과 별점이 어긋나는 경우 보정 로직 적용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2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30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43" name="Text 41"/>
          <p:cNvSpPr/>
          <p:nvPr/>
        </p:nvSpPr>
        <p:spPr>
          <a:xfrm>
            <a:off x="830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0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단위 요약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0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리뷰를 취합해 매장 전체 감성 요약(summarize_restaurant) 제공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2cf5df6 · 1321b3b · 3d95940 · springboot/ai/sentiment.py, train_sentiment.py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자연어 추천 (KURE 임베딩)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“강남에서 조용한 한식집”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recommendation.js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9230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5262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13278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RecommendationController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13278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/api/recommendations/query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13278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11573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7605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95621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KureRecommendationEngine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95621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→ FastAPI 임베딩 서버 위임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95621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KureServiceError 처리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93915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49947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FE9E0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77963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embedding/search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477963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KURE 임베딩 유사도 검색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77963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85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/embedding/search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376258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7" name="Shape 25"/>
          <p:cNvSpPr/>
          <p:nvPr/>
        </p:nvSpPr>
        <p:spPr>
          <a:xfrm>
            <a:off x="963229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6030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결과 · 파워랭킹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76030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개인화(personal) · 랭킹(rankings) 제공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76030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/personal · /rankings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매칭 개선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추천의 카테고리 매칭에 대분류(예: 한식 전체)를 포함하도록 수정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1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49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8" name="Text 36"/>
          <p:cNvSpPr/>
          <p:nvPr/>
        </p:nvSpPr>
        <p:spPr>
          <a:xfrm>
            <a:off x="449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9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다양성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9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카테고리 편중을 줄이는 추천 카테고리 다양성 로직 도입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22920" y="39319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305800" y="41148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43" name="Text 41"/>
          <p:cNvSpPr/>
          <p:nvPr/>
        </p:nvSpPr>
        <p:spPr>
          <a:xfrm>
            <a:off x="83058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08720" y="40599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KURE 정상화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05800" y="46817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 추천과 AI 검색(KURE) 연동 오류를 수정해 안정화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dd00e56 · de8d9d2 · f4db092 · springboot/ai/recommend.py, embedding_store.py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대분류 체계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원본 카테고리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 종의 세분화된 업종명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category_small_name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99816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5848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83864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RestaurantCategoryController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대분류 매핑 테이블 관리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category_group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52744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36792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8분류 대분류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한식 · 양식 · 중식 · 일식 · 주점 · 카페 …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category_group 기준 통일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805672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9061704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89720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반영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지도 · 마이페이지 · 추천 전 화면 동일 표기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통일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206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통일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7731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상세 · 마이페이지 · 보물지도 · 추천 화면의 카테고리 표시를 대분류로 일원화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0" y="4206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검색 확장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7731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검색에 주점·구내식당·뷔페 등 세부 카테고리 추가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92d555c · 88d9794 · 0077d85 · 3c1be8e · 49649ee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 신청 &amp; 진위확인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 신청 폼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사업자등록번호 입력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/api/business/applications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9230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5262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13278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BusinessApplicationController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13278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접수 · 상태 관리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13278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11573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7605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95621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NtsBusinessVerificationClient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95621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국세청 사업자등록정보 진위확인 API 연동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95621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NtsValidateRequest / Response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93915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49947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77963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승인/거절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477963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/api/admin/business-applications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77963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AdminOverviewController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376258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7" name="Shape 25"/>
          <p:cNvSpPr/>
          <p:nvPr/>
        </p:nvSpPr>
        <p:spPr>
          <a:xfrm>
            <a:off x="963229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6030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business_application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76030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 결과 · 상태 이력 저장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76030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977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16052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105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진위확인 도입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72744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국세청(NTS) API로 사업자등록번호 진위를 자동 검증해 허위 신청을 사전 차단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977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416052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4105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승인/거절 오류 수정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472744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중 발견된 예외 상황 처리 추가, 승인·거절 처리 오류 수정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aa15a6c · 959f851 · NtsBusinessVerificationClient.java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 대시보드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· 사업자 신청 · 음식점 관리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admin.js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9230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5262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13278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AdminAccountController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13278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목록 조회 · 삭제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13278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/api/admin/accounts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11573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7605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95621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AdminRestaurantController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95621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등록/수정 관리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95621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/api/admin/restaurants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93915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49947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77963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AdminPublicDataRestaurantController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477963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매장 가져오기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77963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data_import_history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376258" y="25740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7" name="Shape 25"/>
          <p:cNvSpPr/>
          <p:nvPr/>
        </p:nvSpPr>
        <p:spPr>
          <a:xfrm>
            <a:off x="9632290" y="1600200"/>
            <a:ext cx="2026310" cy="2148840"/>
          </a:xfrm>
          <a:prstGeom prst="roundRect">
            <a:avLst>
              <a:gd name="adj" fmla="val 3610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60306" y="1746504"/>
            <a:ext cx="1770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admin_action_log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760306" y="2313432"/>
            <a:ext cx="1770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행위 이력 기록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760306" y="3236976"/>
            <a:ext cx="17702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977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16052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105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제한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72744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계정 관리에서 일반 관리자가 관리자 권한을 임의로 부여할 수 없도록 제한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977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416052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4105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확장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472744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· 사업자 신청 · 음식점 관리 기능을 관리자 페이지에 통합 구축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db0ac67 · d21fe15 · AdminAccountController.java, AdminRestaurantController.java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개편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mypage.js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전환 시 개별 API 호출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99816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5848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83864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MyPageController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/overview · /favorites · /restaurants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52744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36792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/reviews · /posts · /comments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내역 통합 조회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805672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9061704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89720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변경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인증 후 계정 정보 수정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AuthController 연동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206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개편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7731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UI를 탭 구조로 재편해 찜·리뷰·게시글·알림을 한 화면에서 조회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0" y="4206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페이지네이션 공용화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7731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등 여러 목록 화면에서 쓸 수 있는 공용 페이지 번호 시스템 추가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9c9c67b · ab5223d · 999965d · MyPageController.java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 계정 처리 &amp; 이메일 인증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E3E8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 요청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탈퇴 버튼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/api/mypage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99816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5848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83864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익명화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마스킹 · 탈퇴 표시 처리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AccountService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52744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36792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소셜 로그인 연동 해제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OAuth 토큰 · social_account 정리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social_account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805672" y="2688336"/>
            <a:ext cx="256032" cy="201168"/>
          </a:xfrm>
          <a:prstGeom prst="rightArrow">
            <a:avLst/>
          </a:prstGeom>
          <a:solidFill>
            <a:srgbClr val="B9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9061704" y="1737360"/>
            <a:ext cx="2596896" cy="2103120"/>
          </a:xfrm>
          <a:prstGeom prst="roundRect">
            <a:avLst>
              <a:gd name="adj" fmla="val 34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76200" dist="25400" dir="5400000">
              <a:srgbClr val="1F2A4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89720" y="1883664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인증(비동기)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24505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시 인증코드 발송을 비동기로 처리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328416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395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email_verification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206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연동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7731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 회원의 게시글/댓글에 대한 상호작용 제한 및 안내 문구 처리와 연계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0" y="4206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속도 개선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7731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인증코드 발송을 비동기 처리로 전환해 회원가입 응답 지연 제거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2862ae6 · 0028224 · e1b8ded · email_verification, social_account 테이블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58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기능구현 · 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DB 설계 요약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920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86537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 / restaurant_category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정보와 대분류 카테고리를 연결, 지도·검색·추천의 기준 데이터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12920" y="173736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495800" y="1920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14" name="Text 12"/>
          <p:cNvSpPr/>
          <p:nvPr/>
        </p:nvSpPr>
        <p:spPr>
          <a:xfrm>
            <a:off x="44958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98720" y="186537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favorite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95800" y="248716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↔ 매장 찜 관계를 저장, 마이페이지·지도·상세페이지에서 공통 조회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22920" y="173736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305800" y="192024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19" name="Text 17"/>
          <p:cNvSpPr/>
          <p:nvPr/>
        </p:nvSpPr>
        <p:spPr>
          <a:xfrm>
            <a:off x="83058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08720" y="186537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05800" y="248716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원문 · 별점을 저장하고 감성분석 결과(요약)를 상세페이지에 제공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033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8862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8313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business_application / business_profile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4531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 신청 심사 이력과 국세청 진위확인 결과, 승인 후 매장 프로필 연결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12920" y="37033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495800" y="38862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29" name="Text 27"/>
          <p:cNvSpPr/>
          <p:nvPr/>
        </p:nvSpPr>
        <p:spPr>
          <a:xfrm>
            <a:off x="44958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98720" y="38313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social_account / email_verification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95800" y="44531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소셜 로그인 연동 정보와 이메일 인증 상태를 계정과 분리 관리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2920" y="370332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5F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305800" y="3886200"/>
            <a:ext cx="384048" cy="384048"/>
          </a:xfrm>
          <a:prstGeom prst="ellipse">
            <a:avLst/>
          </a:prstGeom>
          <a:solidFill>
            <a:srgbClr val="3958BD"/>
          </a:solidFill>
          <a:ln/>
        </p:spPr>
      </p:sp>
      <p:sp>
        <p:nvSpPr>
          <p:cNvPr id="34" name="Text 32"/>
          <p:cNvSpPr/>
          <p:nvPr/>
        </p:nvSpPr>
        <p:spPr>
          <a:xfrm>
            <a:off x="83058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08720" y="3831336"/>
            <a:ext cx="266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admin_action_log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05800" y="4453128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승인/거절/삭제 등 주요 행위를 이력으로 남겨 추적 가능하게 함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springboot/src/main/resources/db/migration/V1__create_fooduck_v2_schema.sql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2026-08-27T02:40:33Z</dcterms:created>
  <dcterms:modified xsi:type="dcterms:W3CDTF">2026-08-27T02:40:33Z</dcterms:modified>
</cp:coreProperties>
</file>